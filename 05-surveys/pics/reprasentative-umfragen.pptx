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90"/>
  </p:normalViewPr>
  <p:slideViewPr>
    <p:cSldViewPr snapToGrid="0">
      <p:cViewPr>
        <p:scale>
          <a:sx n="81" d="100"/>
          <a:sy n="81" d="100"/>
        </p:scale>
        <p:origin x="1880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1C1EC-9E2E-38DA-E36D-8355E92EE5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36D26A-3074-DC61-076E-F308414BD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B9E60-D04E-8BE8-8005-1EDC91C15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DA4-2C10-324A-847B-42DAE7790113}" type="datetimeFigureOut">
              <a:rPr lang="en-DE" smtClean="0"/>
              <a:t>08.03.26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843CC-AA33-5221-A4FB-93244777D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EE61E-5F06-22B5-1578-956A8C9B7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9404D-888F-8444-8A7E-F112A2C5E4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64160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6F6F-6C87-2976-E5C1-FB5EB1328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F6613-2F50-44AD-2DF6-9B3353024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828E1-0ACC-885F-4DD7-116057A18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DA4-2C10-324A-847B-42DAE7790113}" type="datetimeFigureOut">
              <a:rPr lang="en-DE" smtClean="0"/>
              <a:t>08.03.26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4F3D0-4D9C-194F-9BF1-FBD9F02CF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9D510-52AB-60B9-3204-31CC506BC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9404D-888F-8444-8A7E-F112A2C5E4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66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553EE-EB2F-51DA-0B6B-A9A248713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4D0E9-0A54-0DE7-2D72-B49C34E13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313BA-DCAE-5A3F-348C-DB7949DE0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DA4-2C10-324A-847B-42DAE7790113}" type="datetimeFigureOut">
              <a:rPr lang="en-DE" smtClean="0"/>
              <a:t>08.03.26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78081-AF46-865B-1E06-8FEAD29D4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47F69-3502-5509-4E5D-8C13E55C1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9404D-888F-8444-8A7E-F112A2C5E4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08836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07B13-8E0D-29C2-3928-E36550CA4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E5B81-C325-A5E7-D39C-B8AA520754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35A3B5-A57F-F2A1-8305-57B27E916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0F7D7-92DC-618B-A75C-3C8307648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DA4-2C10-324A-847B-42DAE7790113}" type="datetimeFigureOut">
              <a:rPr lang="en-DE" smtClean="0"/>
              <a:t>08.03.26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A865F-E7DE-9ED8-91FE-847155226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034A4F-5A8D-975F-7A36-E98BBE870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9404D-888F-8444-8A7E-F112A2C5E4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58349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98241-C10E-F24E-C771-A0778F216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EA5BA5-C911-4309-8C06-B346B5FFA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FD4030-120E-5EE4-1F38-5810D02B4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581A9C-1056-266A-D29A-B7A251B9E9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0DDD44-50C4-4F74-E6F5-50480694DD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8F80FE-1710-458C-366E-D8834A3E4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DA4-2C10-324A-847B-42DAE7790113}" type="datetimeFigureOut">
              <a:rPr lang="en-DE" smtClean="0"/>
              <a:t>08.03.26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C2CAC-7A2F-4BB8-9435-50F260B66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CA3E6A-5EE3-E760-AFC4-31CAB4063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9404D-888F-8444-8A7E-F112A2C5E4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06384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873A9-342D-921E-F032-D031A3DC3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4A02EC-82A6-5D6D-EBCD-5A8A14E33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DA4-2C10-324A-847B-42DAE7790113}" type="datetimeFigureOut">
              <a:rPr lang="en-DE" smtClean="0"/>
              <a:t>08.03.26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9926D6-5055-E05E-BFA4-08C381128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73B60F-EBA7-6BF0-3580-974E602A8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9404D-888F-8444-8A7E-F112A2C5E4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79151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6C3973-05EB-5766-6F71-29B2B725E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DA4-2C10-324A-847B-42DAE7790113}" type="datetimeFigureOut">
              <a:rPr lang="en-DE" smtClean="0"/>
              <a:t>08.03.26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782FE-90BF-0F69-E6E2-E67884198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C2B56-84A7-BE8A-636A-343B4DB03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9404D-888F-8444-8A7E-F112A2C5E4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35850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E2FB0-C2A6-3A23-485A-B00037715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5E584-1F9D-3F01-BC8A-35894F664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253959-FBC9-76EC-698F-E83001715B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A8D9E-948F-2478-3FB0-17E8B1977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DA4-2C10-324A-847B-42DAE7790113}" type="datetimeFigureOut">
              <a:rPr lang="en-DE" smtClean="0"/>
              <a:t>08.03.26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8D21F1-BA22-22C5-9C4F-720C2A8C2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833BD-01B7-16A0-4005-35B7AA66A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9404D-888F-8444-8A7E-F112A2C5E4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43963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D3E35-B7FD-D22F-2955-15377D7FB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D9F4D0-5401-457F-51C6-04503C6CF1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B3C112-6D0A-F5FA-FB24-0E32EA327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DB9250-C31B-88BA-9D09-E720F006E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DA4-2C10-324A-847B-42DAE7790113}" type="datetimeFigureOut">
              <a:rPr lang="en-DE" smtClean="0"/>
              <a:t>08.03.26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BBD061-2C3B-DC79-79C5-CD4BA6EE8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EFFD9-9CAA-AB86-F24A-DA4037E24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9404D-888F-8444-8A7E-F112A2C5E4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45980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DE4CE-BFEA-6669-3F5F-CDCAF015F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4156AB-700C-B76D-C223-A88E496358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7EF8A-A542-A606-A1CB-CAE8A76D9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DA4-2C10-324A-847B-42DAE7790113}" type="datetimeFigureOut">
              <a:rPr lang="en-DE" smtClean="0"/>
              <a:t>08.03.26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9149E-053A-8AE8-D727-A2CF9DC8F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45EF4-D58E-7CF3-59AC-144568ED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9404D-888F-8444-8A7E-F112A2C5E4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05453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1B5237-A6CE-DDEF-5CD6-829A278167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65E8B6-AE23-C98A-1E06-7C5973850E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09199-3A86-62C7-6927-B1F8B431B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2DA4-2C10-324A-847B-42DAE7790113}" type="datetimeFigureOut">
              <a:rPr lang="en-DE" smtClean="0"/>
              <a:t>08.03.26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6CC11-D816-53B0-1C99-799392FAC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E613E-17E0-3464-74EC-BCE2A990C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9404D-888F-8444-8A7E-F112A2C5E4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39469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8CA12-CB1C-B43F-1799-DAFAE56A6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E9108-8A73-90E8-EB7D-4B944E261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1CB23-822D-C0CD-CCBC-2B577391F1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3A2DA4-2C10-324A-847B-42DAE7790113}" type="datetimeFigureOut">
              <a:rPr lang="en-DE" smtClean="0"/>
              <a:t>08.03.26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07AC1-588C-15B1-048E-51A4201D29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9E60B-14F3-9EA0-98D3-5F5A97134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A9404D-888F-8444-8A7E-F112A2C5E4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91249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6F9F03D6-A39C-9CD4-4B14-251FA44D7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32" y="153896"/>
            <a:ext cx="4999024" cy="1849718"/>
          </a:xfrm>
          <a:prstGeom prst="rect">
            <a:avLst/>
          </a:prstGeom>
        </p:spPr>
      </p:pic>
      <p:pic>
        <p:nvPicPr>
          <p:cNvPr id="9" name="Picture 8" descr="A paper with text on it&#10;&#10;AI-generated content may be incorrect.">
            <a:extLst>
              <a:ext uri="{FF2B5EF4-FFF2-40B4-BE49-F238E27FC236}">
                <a16:creationId xmlns:a16="http://schemas.microsoft.com/office/drawing/2014/main" id="{C99F77F9-245D-FFEC-3548-C2FCD4614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4665943"/>
            <a:ext cx="4008051" cy="1983419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E805B3-4041-E3A9-9D60-C05CDE45B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4783" y="4272221"/>
            <a:ext cx="4871963" cy="2377141"/>
          </a:xfrm>
          <a:prstGeom prst="rect">
            <a:avLst/>
          </a:prstGeom>
        </p:spPr>
      </p:pic>
      <p:pic>
        <p:nvPicPr>
          <p:cNvPr id="15" name="Picture 14" descr="Two pigs lying on the ground&#10;&#10;AI-generated content may be incorrect.">
            <a:extLst>
              <a:ext uri="{FF2B5EF4-FFF2-40B4-BE49-F238E27FC236}">
                <a16:creationId xmlns:a16="http://schemas.microsoft.com/office/drawing/2014/main" id="{A9178E2E-4FAB-FA69-1D58-9DE517354F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6051" y="202056"/>
            <a:ext cx="3241459" cy="2904566"/>
          </a:xfrm>
          <a:prstGeom prst="rect">
            <a:avLst/>
          </a:prstGeom>
        </p:spPr>
      </p:pic>
      <p:pic>
        <p:nvPicPr>
          <p:cNvPr id="17" name="Picture 16" descr="A screenshot of a social media post&#10;&#10;AI-generated content may be incorrect.">
            <a:extLst>
              <a:ext uri="{FF2B5EF4-FFF2-40B4-BE49-F238E27FC236}">
                <a16:creationId xmlns:a16="http://schemas.microsoft.com/office/drawing/2014/main" id="{8804E889-7E77-4E92-50EA-DC38B5BBDB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6735" y="802881"/>
            <a:ext cx="2757462" cy="3428999"/>
          </a:xfrm>
          <a:prstGeom prst="rect">
            <a:avLst/>
          </a:prstGeom>
        </p:spPr>
      </p:pic>
      <p:pic>
        <p:nvPicPr>
          <p:cNvPr id="7" name="Picture 6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96FB2C76-03DD-187D-E494-9737DC083C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803" y="2229391"/>
            <a:ext cx="5311588" cy="21300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667E0E0-C8A7-5C60-07C9-AA965D1BF224}"/>
              </a:ext>
            </a:extLst>
          </p:cNvPr>
          <p:cNvSpPr/>
          <p:nvPr/>
        </p:nvSpPr>
        <p:spPr>
          <a:xfrm>
            <a:off x="241300" y="1514475"/>
            <a:ext cx="1606550" cy="219075"/>
          </a:xfrm>
          <a:prstGeom prst="rect">
            <a:avLst/>
          </a:prstGeom>
          <a:solidFill>
            <a:srgbClr val="FF0000">
              <a:alpha val="5372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67FB05-C125-FD75-BF40-5FF70A99FD6C}"/>
              </a:ext>
            </a:extLst>
          </p:cNvPr>
          <p:cNvSpPr/>
          <p:nvPr/>
        </p:nvSpPr>
        <p:spPr>
          <a:xfrm>
            <a:off x="904339" y="3953182"/>
            <a:ext cx="2362197" cy="212418"/>
          </a:xfrm>
          <a:prstGeom prst="rect">
            <a:avLst/>
          </a:prstGeom>
          <a:solidFill>
            <a:srgbClr val="FF0000">
              <a:alpha val="5372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9294E0-8D54-3471-ABB7-EA50F333AC67}"/>
              </a:ext>
            </a:extLst>
          </p:cNvPr>
          <p:cNvSpPr/>
          <p:nvPr/>
        </p:nvSpPr>
        <p:spPr>
          <a:xfrm>
            <a:off x="1742536" y="5480648"/>
            <a:ext cx="1570007" cy="103517"/>
          </a:xfrm>
          <a:prstGeom prst="rect">
            <a:avLst/>
          </a:prstGeom>
          <a:solidFill>
            <a:srgbClr val="FF0000">
              <a:alpha val="5372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DBEB9F-8855-C55D-B36C-19281AD8A145}"/>
              </a:ext>
            </a:extLst>
          </p:cNvPr>
          <p:cNvSpPr/>
          <p:nvPr/>
        </p:nvSpPr>
        <p:spPr>
          <a:xfrm>
            <a:off x="6090249" y="346522"/>
            <a:ext cx="1247955" cy="113553"/>
          </a:xfrm>
          <a:prstGeom prst="rect">
            <a:avLst/>
          </a:prstGeom>
          <a:solidFill>
            <a:srgbClr val="FF0000">
              <a:alpha val="5372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7CBA8E-F08F-AFC2-EB96-736C08681BB8}"/>
              </a:ext>
            </a:extLst>
          </p:cNvPr>
          <p:cNvSpPr/>
          <p:nvPr/>
        </p:nvSpPr>
        <p:spPr>
          <a:xfrm>
            <a:off x="9903240" y="1291924"/>
            <a:ext cx="1483628" cy="105556"/>
          </a:xfrm>
          <a:prstGeom prst="rect">
            <a:avLst/>
          </a:prstGeom>
          <a:solidFill>
            <a:srgbClr val="FF0000">
              <a:alpha val="5372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1362BB-B581-7A09-702C-FA7F0EA2AD11}"/>
              </a:ext>
            </a:extLst>
          </p:cNvPr>
          <p:cNvSpPr/>
          <p:nvPr/>
        </p:nvSpPr>
        <p:spPr>
          <a:xfrm>
            <a:off x="9054975" y="6148503"/>
            <a:ext cx="1181704" cy="114274"/>
          </a:xfrm>
          <a:prstGeom prst="rect">
            <a:avLst/>
          </a:prstGeom>
          <a:solidFill>
            <a:srgbClr val="FF0000">
              <a:alpha val="5372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31248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Munzert</dc:creator>
  <cp:lastModifiedBy>Simon Munzert</cp:lastModifiedBy>
  <cp:revision>3</cp:revision>
  <dcterms:created xsi:type="dcterms:W3CDTF">2026-02-28T22:47:18Z</dcterms:created>
  <dcterms:modified xsi:type="dcterms:W3CDTF">2026-03-08T21:10:01Z</dcterms:modified>
</cp:coreProperties>
</file>