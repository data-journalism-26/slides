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90"/>
  </p:normalViewPr>
  <p:slideViewPr>
    <p:cSldViewPr snapToGrid="0">
      <p:cViewPr varScale="1">
        <p:scale>
          <a:sx n="92" d="100"/>
          <a:sy n="92" d="100"/>
        </p:scale>
        <p:origin x="1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04FA-4E61-94DE-234D-A5DF7CF6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78E9-7EA4-16F0-6E00-7B0FFEF33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B2A9E-C323-5141-E4FB-EF28CEE8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AA7-9098-BE19-4F3E-9AF9B385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35E0C-8101-6565-4CED-4CB3616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03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800B-B70D-66E2-C47F-0F0F04F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B0F1-F4DB-2E5B-C277-205B96DCA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542C5-873F-B6C8-566C-C24A7FD2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8FE7-F0A2-771F-44A4-138B8D7D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B97D6-9C53-CA49-F651-0DCF0FE4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8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CAC8-126A-4F9F-677F-DBF5CF3E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511CC-DA47-E862-7B81-83107B299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8745C-AA1D-8B08-9630-F132A624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39DCF-CA94-A7B1-D059-EA206215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E0A1D-01F4-AED4-D62A-990B833A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5ADB-CA62-60BC-3955-FD578EAB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125E-3E92-BAD6-126F-33EA46E01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A3EF2-9EB1-B4FC-9387-8D6CC9195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27BD8-56B9-4D93-5209-01E03195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B2010-433B-6424-6B6A-DA36FAA8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B2675-D1F3-CAD3-A70A-1238917C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1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9459-59F1-7D16-230F-A0D00A4B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ECBC-7805-1087-0DAA-7505E39C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65D4B-AE86-6090-E66C-BBFAA8130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5CCB0-2ADF-3B6C-1E5A-6232A1A91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44824-1119-01A5-7820-C0B9BBC8B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FEBE3-BCFE-6EBE-D5B5-E67A0762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57EE7-487F-E55F-DE02-60FB2F1C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795-E9BB-FDF6-24EB-B935225E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6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CFBB-437E-A301-C739-122CFEE9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400E0-D74A-2BC9-0899-7552FA55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0FD34-7E43-2521-DB5B-CEBB822F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E67F6-0432-A6F6-C715-AD3FD424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4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C520E-6A48-D078-C2B8-5B27644D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868C4A-572D-1708-9F80-FEF86D8F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13FE-E318-668E-CC05-78C8BBAB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2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29F9-BEE6-FA0E-D5BC-B416665F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D0EF-D5B9-2BF8-9FF5-88AB47AB6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E69D5-854C-BFC1-142B-167334E81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5B729-7F03-2A61-7F7A-73792327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7BA8C-48D2-6AF2-055B-1BDED6BF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3A657-EFC1-84C4-6490-83462BE1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0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1604-3B67-F101-36A6-2B2A8EBA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4B772-609B-AFCB-43BD-B147462B6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380E4-09ED-BD5E-4F32-485C0A531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877EA-4CE2-75E0-593A-ECB6B743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A836F-F978-D328-63A6-FB5887F7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98AB2-513E-83BA-F4D5-096A14C0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9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07AC-920F-B83D-99B8-64ABD738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FEB11-4806-42A2-7D76-54FFFC315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A52-21C8-BC19-F50B-3B821888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63F28-9686-72BF-C65D-96AD0E84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86EC2-E9E6-7262-7927-0D41EDB0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D49DC-B6F6-D3C1-06F4-D314A84F6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EF342-D8DE-92D6-40F4-C91393CCB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51773-0D4D-0E9D-D4CA-69C6CBE2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A7110-EAC2-D7CF-29E0-82608B5F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50DDF-46C8-6429-8873-2F57953B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3415B-B0D8-8DDD-D760-0D7DA79E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C59F0-A664-5728-26C6-A0D85D1FE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0F12-8367-8A86-EB02-702E5173F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41774-A36F-EE49-B933-086238B8905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AEBBC-8F31-44C3-88F4-7E86AEE64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95C0-87A8-DDAD-3319-1675E6B07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93009-92F1-0046-B302-2E5465820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5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7CB778-8B82-EB14-7C41-4D9FF5F1D1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451"/>
          <a:stretch>
            <a:fillRect/>
          </a:stretch>
        </p:blipFill>
        <p:spPr>
          <a:xfrm>
            <a:off x="4845049" y="175791"/>
            <a:ext cx="7226300" cy="1354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4BDFE-D095-CE25-C887-2A8C4141F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40" y="1408009"/>
            <a:ext cx="5138759" cy="1389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4E78FF-1CF2-B375-9FA7-8F2945EBA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580" y="2865407"/>
            <a:ext cx="4506769" cy="628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3A996F-A095-486F-0879-987F0E826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581" y="3500105"/>
            <a:ext cx="4290291" cy="31553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C73072-57CC-7807-3AB1-CB3369FE2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5275" y="2844800"/>
            <a:ext cx="37465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4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3</cp:revision>
  <dcterms:created xsi:type="dcterms:W3CDTF">2026-04-19T19:59:56Z</dcterms:created>
  <dcterms:modified xsi:type="dcterms:W3CDTF">2026-04-19T20:14:13Z</dcterms:modified>
</cp:coreProperties>
</file>