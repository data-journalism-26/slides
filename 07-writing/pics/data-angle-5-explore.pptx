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0"/>
  </p:normalViewPr>
  <p:slideViewPr>
    <p:cSldViewPr snapToGrid="0">
      <p:cViewPr varScale="1">
        <p:scale>
          <a:sx n="95" d="100"/>
          <a:sy n="95" d="100"/>
        </p:scale>
        <p:origin x="20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04FA-4E61-94DE-234D-A5DF7CF6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D78E9-7EA4-16F0-6E00-7B0FFEF33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B2A9E-C323-5141-E4FB-EF28CEE89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C7AA7-9098-BE19-4F3E-9AF9B385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35E0C-8101-6565-4CED-4CB36164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03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E800B-B70D-66E2-C47F-0F0F04FA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B0F1-F4DB-2E5B-C277-205B96DCA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542C5-873F-B6C8-566C-C24A7FD2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08FE7-F0A2-771F-44A4-138B8D7D4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B97D6-9C53-CA49-F651-0DCF0FE4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8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BCAC8-126A-4F9F-677F-DBF5CF3E4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511CC-DA47-E862-7B81-83107B299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8745C-AA1D-8B08-9630-F132A6242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39DCF-CA94-A7B1-D059-EA206215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E0A1D-01F4-AED4-D62A-990B833A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6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5ADB-CA62-60BC-3955-FD578EAB1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0125E-3E92-BAD6-126F-33EA46E01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A3EF2-9EB1-B4FC-9387-8D6CC9195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27BD8-56B9-4D93-5209-01E03195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B2010-433B-6424-6B6A-DA36FAA83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B2675-D1F3-CAD3-A70A-1238917C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1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9459-59F1-7D16-230F-A0D00A4B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3ECBC-7805-1087-0DAA-7505E39C2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65D4B-AE86-6090-E66C-BBFAA8130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15CCB0-2ADF-3B6C-1E5A-6232A1A91C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244824-1119-01A5-7820-C0B9BBC8BD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1FEBE3-BCFE-6EBE-D5B5-E67A0762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57EE7-487F-E55F-DE02-60FB2F1C0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36795-E9BB-FDF6-24EB-B935225E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60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CFBB-437E-A301-C739-122CFEE93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2400E0-D74A-2BC9-0899-7552FA55E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0FD34-7E43-2521-DB5B-CEBB822F0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E67F6-0432-A6F6-C715-AD3FD424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4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C520E-6A48-D078-C2B8-5B27644D0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868C4A-572D-1708-9F80-FEF86D8F9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913FE-E318-668E-CC05-78C8BBAB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2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29F9-BEE6-FA0E-D5BC-B416665FC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8D0EF-D5B9-2BF8-9FF5-88AB47AB6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E69D5-854C-BFC1-142B-167334E81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5B729-7F03-2A61-7F7A-73792327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7BA8C-48D2-6AF2-055B-1BDED6BFA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3A657-EFC1-84C4-6490-83462BE13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0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81604-3B67-F101-36A6-2B2A8EBA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4B772-609B-AFCB-43BD-B147462B6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380E4-09ED-BD5E-4F32-485C0A531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877EA-4CE2-75E0-593A-ECB6B7437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A836F-F978-D328-63A6-FB5887F7B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98AB2-513E-83BA-F4D5-096A14C0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09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907AC-920F-B83D-99B8-64ABD738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FEB11-4806-42A2-7D76-54FFFC315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DA52-21C8-BC19-F50B-3B821888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63F28-9686-72BF-C65D-96AD0E84D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86EC2-E9E6-7262-7927-0D41EDB0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7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6D49DC-B6F6-D3C1-06F4-D314A84F6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EF342-D8DE-92D6-40F4-C91393CCB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51773-0D4D-0E9D-D4CA-69C6CBE2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A7110-EAC2-D7CF-29E0-82608B5F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50DDF-46C8-6429-8873-2F57953B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46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3415B-B0D8-8DDD-D760-0D7DA79E6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C59F0-A664-5728-26C6-A0D85D1FE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0F12-8367-8A86-EB02-702E5173F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AEBBC-8F31-44C3-88F4-7E86AEE64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F95C0-87A8-DDAD-3319-1675E6B07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55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DEAA4B-DE2E-9908-5F9C-614CD0D83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718" y="145866"/>
            <a:ext cx="5644095" cy="4901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BB681E-261F-9402-F6B7-E4E0E882E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766" y="3038420"/>
            <a:ext cx="4314530" cy="36737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B59A90-BDA9-D8E6-5623-C8F0498C5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533" y="2931460"/>
            <a:ext cx="4416713" cy="36737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1E56E0-5BD3-72C8-D32E-2AA81281E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532" y="145866"/>
            <a:ext cx="4416713" cy="258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40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Munzert</dc:creator>
  <cp:lastModifiedBy>Simon Munzert</cp:lastModifiedBy>
  <cp:revision>1</cp:revision>
  <dcterms:created xsi:type="dcterms:W3CDTF">2026-04-19T19:59:56Z</dcterms:created>
  <dcterms:modified xsi:type="dcterms:W3CDTF">2026-04-19T20:03:38Z</dcterms:modified>
</cp:coreProperties>
</file>