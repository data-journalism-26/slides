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90"/>
  </p:normalViewPr>
  <p:slideViewPr>
    <p:cSldViewPr snapToGrid="0">
      <p:cViewPr varScale="1">
        <p:scale>
          <a:sx n="93" d="100"/>
          <a:sy n="93" d="100"/>
        </p:scale>
        <p:origin x="248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504FA-4E61-94DE-234D-A5DF7CF6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D78E9-7EA4-16F0-6E00-7B0FFEF335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B2A9E-C323-5141-E4FB-EF28CEE89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C7AA7-9098-BE19-4F3E-9AF9B3851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35E0C-8101-6565-4CED-4CB361641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303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E800B-B70D-66E2-C47F-0F0F04FA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4B0F1-F4DB-2E5B-C277-205B96DCA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542C5-873F-B6C8-566C-C24A7FD2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08FE7-F0A2-771F-44A4-138B8D7D4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B97D6-9C53-CA49-F651-0DCF0FE44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881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BCAC8-126A-4F9F-677F-DBF5CF3E4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511CC-DA47-E862-7B81-83107B299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8745C-AA1D-8B08-9630-F132A6242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39DCF-CA94-A7B1-D059-EA2062152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E0A1D-01F4-AED4-D62A-990B833A9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562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45ADB-CA62-60BC-3955-FD578EAB1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0125E-3E92-BAD6-126F-33EA46E01A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A3EF2-9EB1-B4FC-9387-8D6CC9195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927BD8-56B9-4D93-5209-01E03195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CB2010-433B-6424-6B6A-DA36FAA83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B2675-D1F3-CAD3-A70A-1238917CF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12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29459-59F1-7D16-230F-A0D00A4BA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3ECBC-7805-1087-0DAA-7505E39C2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865D4B-AE86-6090-E66C-BBFAA81304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15CCB0-2ADF-3B6C-1E5A-6232A1A91C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244824-1119-01A5-7820-C0B9BBC8BD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1FEBE3-BCFE-6EBE-D5B5-E67A0762B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F57EE7-487F-E55F-DE02-60FB2F1C0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236795-E9BB-FDF6-24EB-B935225E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660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9CFBB-437E-A301-C739-122CFEE93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2400E0-D74A-2BC9-0899-7552FA55E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C0FD34-7E43-2521-DB5B-CEBB822F0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DE67F6-0432-A6F6-C715-AD3FD4242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46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CC520E-6A48-D078-C2B8-5B27644D0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868C4A-572D-1708-9F80-FEF86D8F9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913FE-E318-668E-CC05-78C8BBABC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22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929F9-BEE6-FA0E-D5BC-B416665FC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8D0EF-D5B9-2BF8-9FF5-88AB47AB6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E69D5-854C-BFC1-142B-167334E81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5B729-7F03-2A61-7F7A-737923276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7BA8C-48D2-6AF2-055B-1BDED6BFA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03A657-EFC1-84C4-6490-83462BE13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00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81604-3B67-F101-36A6-2B2A8EBA5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4B772-609B-AFCB-43BD-B147462B6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380E4-09ED-BD5E-4F32-485C0A531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877EA-4CE2-75E0-593A-ECB6B7437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A836F-F978-D328-63A6-FB5887F7B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98AB2-513E-83BA-F4D5-096A14C09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092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907AC-920F-B83D-99B8-64ABD7383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EFEB11-4806-42A2-7D76-54FFFC315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DDA52-21C8-BC19-F50B-3B821888E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63F28-9686-72BF-C65D-96AD0E84D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86EC2-E9E6-7262-7927-0D41EDB05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673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6D49DC-B6F6-D3C1-06F4-D314A84F65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0EF342-D8DE-92D6-40F4-C91393CCB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51773-0D4D-0E9D-D4CA-69C6CBE28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A7110-EAC2-D7CF-29E0-82608B5F9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50DDF-46C8-6429-8873-2F57953B5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46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A3415B-B0D8-8DDD-D760-0D7DA79E6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C59F0-A664-5728-26C6-A0D85D1FE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0F12-8367-8A86-EB02-702E5173F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AEBBC-8F31-44C3-88F4-7E86AEE648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F95C0-87A8-DDAD-3319-1675E6B07B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455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0C722FE-C894-F788-7176-C712EDEC9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690012"/>
            <a:ext cx="4278656" cy="40600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6D1FB4-3780-4137-9C2A-FC1DCCC66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2955" y="1463527"/>
            <a:ext cx="3717546" cy="12264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51030C-2463-4C74-0EC7-39776FCA2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44" y="2809895"/>
            <a:ext cx="4278656" cy="39401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92A1DD-8DFF-EE95-2EBC-137256C19A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6833" y="853969"/>
            <a:ext cx="4207821" cy="38140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12ADD66-1BC0-E955-6F29-F8FA493EE4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5343" y="0"/>
            <a:ext cx="3983093" cy="86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640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Munzert</dc:creator>
  <cp:lastModifiedBy>Simon Munzert</cp:lastModifiedBy>
  <cp:revision>2</cp:revision>
  <dcterms:created xsi:type="dcterms:W3CDTF">2026-04-19T19:59:56Z</dcterms:created>
  <dcterms:modified xsi:type="dcterms:W3CDTF">2026-04-19T20:09:22Z</dcterms:modified>
</cp:coreProperties>
</file>