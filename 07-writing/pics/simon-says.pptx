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3657600" cy="1828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0"/>
  </p:normalViewPr>
  <p:slideViewPr>
    <p:cSldViewPr snapToGrid="0">
      <p:cViewPr>
        <p:scale>
          <a:sx n="97" d="100"/>
          <a:sy n="97" d="100"/>
        </p:scale>
        <p:origin x="3928" y="2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99297"/>
            <a:ext cx="2743200" cy="636693"/>
          </a:xfrm>
        </p:spPr>
        <p:txBody>
          <a:bodyPr anchor="b"/>
          <a:lstStyle>
            <a:lvl1pPr algn="ctr"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960543"/>
            <a:ext cx="2743200" cy="441537"/>
          </a:xfrm>
        </p:spPr>
        <p:txBody>
          <a:bodyPr/>
          <a:lstStyle>
            <a:lvl1pPr marL="0" indent="0" algn="ctr">
              <a:buNone/>
              <a:defRPr sz="640"/>
            </a:lvl1pPr>
            <a:lvl2pPr marL="121935" indent="0" algn="ctr">
              <a:buNone/>
              <a:defRPr sz="533"/>
            </a:lvl2pPr>
            <a:lvl3pPr marL="243870" indent="0" algn="ctr">
              <a:buNone/>
              <a:defRPr sz="480"/>
            </a:lvl3pPr>
            <a:lvl4pPr marL="365806" indent="0" algn="ctr">
              <a:buNone/>
              <a:defRPr sz="427"/>
            </a:lvl4pPr>
            <a:lvl5pPr marL="487741" indent="0" algn="ctr">
              <a:buNone/>
              <a:defRPr sz="427"/>
            </a:lvl5pPr>
            <a:lvl6pPr marL="609676" indent="0" algn="ctr">
              <a:buNone/>
              <a:defRPr sz="427"/>
            </a:lvl6pPr>
            <a:lvl7pPr marL="731611" indent="0" algn="ctr">
              <a:buNone/>
              <a:defRPr sz="427"/>
            </a:lvl7pPr>
            <a:lvl8pPr marL="853547" indent="0" algn="ctr">
              <a:buNone/>
              <a:defRPr sz="427"/>
            </a:lvl8pPr>
            <a:lvl9pPr marL="975482" indent="0" algn="ctr">
              <a:buNone/>
              <a:defRPr sz="42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C87A4-37FD-9049-B7D7-7BB3D34AE377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CBEFE-E557-7C4D-B93E-CE1B6DED1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705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C87A4-37FD-9049-B7D7-7BB3D34AE377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CBEFE-E557-7C4D-B93E-CE1B6DED1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622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" y="455930"/>
            <a:ext cx="3154680" cy="76073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" y="1223857"/>
            <a:ext cx="3154680" cy="400050"/>
          </a:xfrm>
        </p:spPr>
        <p:txBody>
          <a:bodyPr/>
          <a:lstStyle>
            <a:lvl1pPr marL="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1pPr>
            <a:lvl2pPr marL="121935" indent="0">
              <a:buNone/>
              <a:defRPr sz="533">
                <a:solidFill>
                  <a:schemeClr val="tx1">
                    <a:tint val="82000"/>
                  </a:schemeClr>
                </a:solidFill>
              </a:defRPr>
            </a:lvl2pPr>
            <a:lvl3pPr marL="24387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3pPr>
            <a:lvl4pPr marL="365806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4pPr>
            <a:lvl5pPr marL="487741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5pPr>
            <a:lvl6pPr marL="609676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6pPr>
            <a:lvl7pPr marL="731611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7pPr>
            <a:lvl8pPr marL="853547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8pPr>
            <a:lvl9pPr marL="975482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C87A4-37FD-9049-B7D7-7BB3D34AE377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CBEFE-E557-7C4D-B93E-CE1B6DED1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392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" y="486833"/>
            <a:ext cx="1554480" cy="116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" y="486833"/>
            <a:ext cx="1554480" cy="116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C87A4-37FD-9049-B7D7-7BB3D34AE377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CBEFE-E557-7C4D-B93E-CE1B6DED1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450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" y="97367"/>
            <a:ext cx="3154680" cy="3534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7" y="448310"/>
            <a:ext cx="1547336" cy="219710"/>
          </a:xfrm>
        </p:spPr>
        <p:txBody>
          <a:bodyPr anchor="b"/>
          <a:lstStyle>
            <a:lvl1pPr marL="0" indent="0">
              <a:buNone/>
              <a:defRPr sz="640" b="1"/>
            </a:lvl1pPr>
            <a:lvl2pPr marL="121935" indent="0">
              <a:buNone/>
              <a:defRPr sz="533" b="1"/>
            </a:lvl2pPr>
            <a:lvl3pPr marL="243870" indent="0">
              <a:buNone/>
              <a:defRPr sz="480" b="1"/>
            </a:lvl3pPr>
            <a:lvl4pPr marL="365806" indent="0">
              <a:buNone/>
              <a:defRPr sz="427" b="1"/>
            </a:lvl4pPr>
            <a:lvl5pPr marL="487741" indent="0">
              <a:buNone/>
              <a:defRPr sz="427" b="1"/>
            </a:lvl5pPr>
            <a:lvl6pPr marL="609676" indent="0">
              <a:buNone/>
              <a:defRPr sz="427" b="1"/>
            </a:lvl6pPr>
            <a:lvl7pPr marL="731611" indent="0">
              <a:buNone/>
              <a:defRPr sz="427" b="1"/>
            </a:lvl7pPr>
            <a:lvl8pPr marL="853547" indent="0">
              <a:buNone/>
              <a:defRPr sz="427" b="1"/>
            </a:lvl8pPr>
            <a:lvl9pPr marL="975482" indent="0">
              <a:buNone/>
              <a:defRPr sz="4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7" y="668020"/>
            <a:ext cx="1547336" cy="982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" y="448310"/>
            <a:ext cx="1554956" cy="219710"/>
          </a:xfrm>
        </p:spPr>
        <p:txBody>
          <a:bodyPr anchor="b"/>
          <a:lstStyle>
            <a:lvl1pPr marL="0" indent="0">
              <a:buNone/>
              <a:defRPr sz="640" b="1"/>
            </a:lvl1pPr>
            <a:lvl2pPr marL="121935" indent="0">
              <a:buNone/>
              <a:defRPr sz="533" b="1"/>
            </a:lvl2pPr>
            <a:lvl3pPr marL="243870" indent="0">
              <a:buNone/>
              <a:defRPr sz="480" b="1"/>
            </a:lvl3pPr>
            <a:lvl4pPr marL="365806" indent="0">
              <a:buNone/>
              <a:defRPr sz="427" b="1"/>
            </a:lvl4pPr>
            <a:lvl5pPr marL="487741" indent="0">
              <a:buNone/>
              <a:defRPr sz="427" b="1"/>
            </a:lvl5pPr>
            <a:lvl6pPr marL="609676" indent="0">
              <a:buNone/>
              <a:defRPr sz="427" b="1"/>
            </a:lvl6pPr>
            <a:lvl7pPr marL="731611" indent="0">
              <a:buNone/>
              <a:defRPr sz="427" b="1"/>
            </a:lvl7pPr>
            <a:lvl8pPr marL="853547" indent="0">
              <a:buNone/>
              <a:defRPr sz="427" b="1"/>
            </a:lvl8pPr>
            <a:lvl9pPr marL="975482" indent="0">
              <a:buNone/>
              <a:defRPr sz="4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" y="668020"/>
            <a:ext cx="1554956" cy="982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C87A4-37FD-9049-B7D7-7BB3D34AE377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CBEFE-E557-7C4D-B93E-CE1B6DED1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999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C87A4-37FD-9049-B7D7-7BB3D34AE377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CBEFE-E557-7C4D-B93E-CE1B6DED1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592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C87A4-37FD-9049-B7D7-7BB3D34AE377}" type="datetimeFigureOut">
              <a:rPr lang="en-US" smtClean="0"/>
              <a:t>4/19/26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CBEFE-E557-7C4D-B93E-CE1B6DED1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988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121920"/>
            <a:ext cx="1179671" cy="426720"/>
          </a:xfrm>
        </p:spPr>
        <p:txBody>
          <a:bodyPr anchor="b"/>
          <a:lstStyle>
            <a:lvl1pPr>
              <a:defRPr sz="8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" y="263314"/>
            <a:ext cx="1851660" cy="1299633"/>
          </a:xfrm>
        </p:spPr>
        <p:txBody>
          <a:bodyPr/>
          <a:lstStyle>
            <a:lvl1pPr>
              <a:defRPr sz="853"/>
            </a:lvl1pPr>
            <a:lvl2pPr>
              <a:defRPr sz="747"/>
            </a:lvl2pPr>
            <a:lvl3pPr>
              <a:defRPr sz="640"/>
            </a:lvl3pPr>
            <a:lvl4pPr>
              <a:defRPr sz="533"/>
            </a:lvl4pPr>
            <a:lvl5pPr>
              <a:defRPr sz="533"/>
            </a:lvl5pPr>
            <a:lvl6pPr>
              <a:defRPr sz="533"/>
            </a:lvl6pPr>
            <a:lvl7pPr>
              <a:defRPr sz="533"/>
            </a:lvl7pPr>
            <a:lvl8pPr>
              <a:defRPr sz="533"/>
            </a:lvl8pPr>
            <a:lvl9pPr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548640"/>
            <a:ext cx="1179671" cy="1016423"/>
          </a:xfrm>
        </p:spPr>
        <p:txBody>
          <a:bodyPr/>
          <a:lstStyle>
            <a:lvl1pPr marL="0" indent="0">
              <a:buNone/>
              <a:defRPr sz="427"/>
            </a:lvl1pPr>
            <a:lvl2pPr marL="121935" indent="0">
              <a:buNone/>
              <a:defRPr sz="373"/>
            </a:lvl2pPr>
            <a:lvl3pPr marL="243870" indent="0">
              <a:buNone/>
              <a:defRPr sz="320"/>
            </a:lvl3pPr>
            <a:lvl4pPr marL="365806" indent="0">
              <a:buNone/>
              <a:defRPr sz="267"/>
            </a:lvl4pPr>
            <a:lvl5pPr marL="487741" indent="0">
              <a:buNone/>
              <a:defRPr sz="267"/>
            </a:lvl5pPr>
            <a:lvl6pPr marL="609676" indent="0">
              <a:buNone/>
              <a:defRPr sz="267"/>
            </a:lvl6pPr>
            <a:lvl7pPr marL="731611" indent="0">
              <a:buNone/>
              <a:defRPr sz="267"/>
            </a:lvl7pPr>
            <a:lvl8pPr marL="853547" indent="0">
              <a:buNone/>
              <a:defRPr sz="267"/>
            </a:lvl8pPr>
            <a:lvl9pPr marL="975482" indent="0">
              <a:buNone/>
              <a:defRPr sz="2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C87A4-37FD-9049-B7D7-7BB3D34AE377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CBEFE-E557-7C4D-B93E-CE1B6DED1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62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121920"/>
            <a:ext cx="1179671" cy="426720"/>
          </a:xfrm>
        </p:spPr>
        <p:txBody>
          <a:bodyPr anchor="b"/>
          <a:lstStyle>
            <a:lvl1pPr>
              <a:defRPr sz="8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" y="263314"/>
            <a:ext cx="1851660" cy="1299633"/>
          </a:xfrm>
        </p:spPr>
        <p:txBody>
          <a:bodyPr anchor="t"/>
          <a:lstStyle>
            <a:lvl1pPr marL="0" indent="0">
              <a:buNone/>
              <a:defRPr sz="853"/>
            </a:lvl1pPr>
            <a:lvl2pPr marL="121935" indent="0">
              <a:buNone/>
              <a:defRPr sz="747"/>
            </a:lvl2pPr>
            <a:lvl3pPr marL="243870" indent="0">
              <a:buNone/>
              <a:defRPr sz="640"/>
            </a:lvl3pPr>
            <a:lvl4pPr marL="365806" indent="0">
              <a:buNone/>
              <a:defRPr sz="533"/>
            </a:lvl4pPr>
            <a:lvl5pPr marL="487741" indent="0">
              <a:buNone/>
              <a:defRPr sz="533"/>
            </a:lvl5pPr>
            <a:lvl6pPr marL="609676" indent="0">
              <a:buNone/>
              <a:defRPr sz="533"/>
            </a:lvl6pPr>
            <a:lvl7pPr marL="731611" indent="0">
              <a:buNone/>
              <a:defRPr sz="533"/>
            </a:lvl7pPr>
            <a:lvl8pPr marL="853547" indent="0">
              <a:buNone/>
              <a:defRPr sz="533"/>
            </a:lvl8pPr>
            <a:lvl9pPr marL="975482" indent="0">
              <a:buNone/>
              <a:defRPr sz="5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548640"/>
            <a:ext cx="1179671" cy="1016423"/>
          </a:xfrm>
        </p:spPr>
        <p:txBody>
          <a:bodyPr/>
          <a:lstStyle>
            <a:lvl1pPr marL="0" indent="0">
              <a:buNone/>
              <a:defRPr sz="427"/>
            </a:lvl1pPr>
            <a:lvl2pPr marL="121935" indent="0">
              <a:buNone/>
              <a:defRPr sz="373"/>
            </a:lvl2pPr>
            <a:lvl3pPr marL="243870" indent="0">
              <a:buNone/>
              <a:defRPr sz="320"/>
            </a:lvl3pPr>
            <a:lvl4pPr marL="365806" indent="0">
              <a:buNone/>
              <a:defRPr sz="267"/>
            </a:lvl4pPr>
            <a:lvl5pPr marL="487741" indent="0">
              <a:buNone/>
              <a:defRPr sz="267"/>
            </a:lvl5pPr>
            <a:lvl6pPr marL="609676" indent="0">
              <a:buNone/>
              <a:defRPr sz="267"/>
            </a:lvl6pPr>
            <a:lvl7pPr marL="731611" indent="0">
              <a:buNone/>
              <a:defRPr sz="267"/>
            </a:lvl7pPr>
            <a:lvl8pPr marL="853547" indent="0">
              <a:buNone/>
              <a:defRPr sz="267"/>
            </a:lvl8pPr>
            <a:lvl9pPr marL="975482" indent="0">
              <a:buNone/>
              <a:defRPr sz="2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C87A4-37FD-9049-B7D7-7BB3D34AE377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CBEFE-E557-7C4D-B93E-CE1B6DED1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8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C87A4-37FD-9049-B7D7-7BB3D34AE377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CBEFE-E557-7C4D-B93E-CE1B6DED1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899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" y="97367"/>
            <a:ext cx="788670" cy="1549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" y="97367"/>
            <a:ext cx="2320290" cy="1549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C87A4-37FD-9049-B7D7-7BB3D34AE377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CBEFE-E557-7C4D-B93E-CE1B6DED1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43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" y="97367"/>
            <a:ext cx="3154680" cy="353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" y="486833"/>
            <a:ext cx="3154680" cy="1160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" y="1695027"/>
            <a:ext cx="82296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0C87A4-37FD-9049-B7D7-7BB3D34AE377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" y="1695027"/>
            <a:ext cx="123444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" y="1695027"/>
            <a:ext cx="82296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DCBEFE-E557-7C4D-B93E-CE1B6DED1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316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43870" rtl="0" eaLnBrk="1" latinLnBrk="0" hangingPunct="1">
        <a:lnSpc>
          <a:spcPct val="90000"/>
        </a:lnSpc>
        <a:spcBef>
          <a:spcPct val="0"/>
        </a:spcBef>
        <a:buNone/>
        <a:defRPr sz="11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8" indent="-60968" algn="l" defTabSz="24387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747" kern="1200">
          <a:solidFill>
            <a:schemeClr val="tx1"/>
          </a:solidFill>
          <a:latin typeface="+mn-lt"/>
          <a:ea typeface="+mn-ea"/>
          <a:cs typeface="+mn-cs"/>
        </a:defRPr>
      </a:lvl1pPr>
      <a:lvl2pPr marL="182903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304838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533" kern="1200">
          <a:solidFill>
            <a:schemeClr val="tx1"/>
          </a:solidFill>
          <a:latin typeface="+mn-lt"/>
          <a:ea typeface="+mn-ea"/>
          <a:cs typeface="+mn-cs"/>
        </a:defRPr>
      </a:lvl3pPr>
      <a:lvl4pPr marL="426773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4pPr>
      <a:lvl5pPr marL="548709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5pPr>
      <a:lvl6pPr marL="670644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6pPr>
      <a:lvl7pPr marL="792579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7pPr>
      <a:lvl8pPr marL="914514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8pPr>
      <a:lvl9pPr marL="1036450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1pPr>
      <a:lvl2pPr marL="121935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2pPr>
      <a:lvl3pPr marL="243870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3pPr>
      <a:lvl4pPr marL="365806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4pPr>
      <a:lvl5pPr marL="487741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5pPr>
      <a:lvl6pPr marL="609676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6pPr>
      <a:lvl7pPr marL="731611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7pPr>
      <a:lvl8pPr marL="853547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8pPr>
      <a:lvl9pPr marL="975482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559EF-1A06-5AE3-4D76-CEFEC9F2F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0017" y="944483"/>
            <a:ext cx="1934817" cy="636693"/>
          </a:xfrm>
        </p:spPr>
        <p:txBody>
          <a:bodyPr>
            <a:noAutofit/>
          </a:bodyPr>
          <a:lstStyle/>
          <a:p>
            <a:r>
              <a:rPr lang="en-US" sz="4500" b="1" dirty="0">
                <a:latin typeface="Snell Roundhand Black" panose="02000603080000090004" pitchFamily="2" charset="77"/>
                <a:cs typeface="Apple Chancery" panose="03020702040506060504" pitchFamily="66" charset="-79"/>
              </a:rPr>
              <a:t>Simon</a:t>
            </a:r>
            <a:br>
              <a:rPr lang="en-US" sz="4500" b="1" dirty="0">
                <a:latin typeface="Snell Roundhand Black" panose="02000603080000090004" pitchFamily="2" charset="77"/>
                <a:cs typeface="Apple Chancery" panose="03020702040506060504" pitchFamily="66" charset="-79"/>
              </a:rPr>
            </a:br>
            <a:r>
              <a:rPr lang="en-US" sz="4500" b="1" dirty="0">
                <a:latin typeface="Snell Roundhand Black" panose="02000603080000090004" pitchFamily="2" charset="77"/>
                <a:cs typeface="Apple Chancery" panose="03020702040506060504" pitchFamily="66" charset="-79"/>
              </a:rPr>
              <a:t>says: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8D7294-EF4A-D838-CCCD-BFFF3FC9A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166"/>
            <a:ext cx="1768634" cy="176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518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4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Snell Roundhand Black</vt:lpstr>
      <vt:lpstr>Office Theme</vt:lpstr>
      <vt:lpstr>Simon says: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Munzert</dc:creator>
  <cp:lastModifiedBy>Simon Munzert</cp:lastModifiedBy>
  <cp:revision>1</cp:revision>
  <dcterms:created xsi:type="dcterms:W3CDTF">2026-04-19T13:56:36Z</dcterms:created>
  <dcterms:modified xsi:type="dcterms:W3CDTF">2026-04-19T14:00:35Z</dcterms:modified>
</cp:coreProperties>
</file>