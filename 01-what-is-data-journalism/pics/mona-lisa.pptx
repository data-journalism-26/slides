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 varScale="1">
        <p:scale>
          <a:sx n="75" d="100"/>
          <a:sy n="75" d="100"/>
        </p:scale>
        <p:origin x="2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7048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536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387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592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2143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28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70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9361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511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14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841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E6F7D-3F4A-5E41-B3A0-688D99F8C07A}" type="datetimeFigureOut">
              <a:rPr lang="en-DE" smtClean="0"/>
              <a:t>08.02.26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58C39-60FE-B648-BB02-9E831B4E05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435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a painting of a person&#10;&#10;AI-generated content may be incorrect.">
            <a:extLst>
              <a:ext uri="{FF2B5EF4-FFF2-40B4-BE49-F238E27FC236}">
                <a16:creationId xmlns:a16="http://schemas.microsoft.com/office/drawing/2014/main" id="{5B986C7A-A039-5562-F68E-5BA9843E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292237"/>
            <a:ext cx="10799763" cy="75075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F7911-0774-C7E3-0FBD-9555C96FE7CA}"/>
              </a:ext>
            </a:extLst>
          </p:cNvPr>
          <p:cNvSpPr txBox="1"/>
          <p:nvPr/>
        </p:nvSpPr>
        <p:spPr>
          <a:xfrm>
            <a:off x="-1" y="1845687"/>
            <a:ext cx="482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4400" dirty="0">
                <a:solidFill>
                  <a:schemeClr val="bg1"/>
                </a:solidFill>
                <a:latin typeface="Impact" panose="020B0806030902050204" pitchFamily="34" charset="0"/>
              </a:rPr>
              <a:t>What you think this course will give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F04AA-5E9E-F3A3-AA90-3C296AA71514}"/>
              </a:ext>
            </a:extLst>
          </p:cNvPr>
          <p:cNvSpPr txBox="1"/>
          <p:nvPr/>
        </p:nvSpPr>
        <p:spPr>
          <a:xfrm>
            <a:off x="5399880" y="1845687"/>
            <a:ext cx="482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4400" dirty="0">
                <a:solidFill>
                  <a:schemeClr val="bg1"/>
                </a:solidFill>
                <a:latin typeface="Impact" panose="020B0806030902050204" pitchFamily="34" charset="0"/>
              </a:rPr>
              <a:t>What this course will give you</a:t>
            </a:r>
          </a:p>
        </p:txBody>
      </p:sp>
    </p:spTree>
    <p:extLst>
      <p:ext uri="{BB962C8B-B14F-4D97-AF65-F5344CB8AC3E}">
        <p14:creationId xmlns:p14="http://schemas.microsoft.com/office/powerpoint/2010/main" val="349293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14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Impact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1</cp:revision>
  <dcterms:created xsi:type="dcterms:W3CDTF">2026-02-08T22:39:37Z</dcterms:created>
  <dcterms:modified xsi:type="dcterms:W3CDTF">2026-02-08T22:41:29Z</dcterms:modified>
</cp:coreProperties>
</file>